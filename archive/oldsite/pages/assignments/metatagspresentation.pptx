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20F7579-D8F8-4402-B23C-D591825A1B86}" type="datetimeFigureOut">
              <a:rPr lang="en-US" smtClean="0"/>
              <a:pPr/>
              <a:t>2/3/2010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338EB3A2-47F0-4E5B-B732-F4756AE4E8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Meta Tags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By Cory Fugate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are Meta Tags?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Meta tags are a snippet of informational code that has been located between your </a:t>
            </a:r>
            <a:r>
              <a:rPr lang="en-US" sz="1800" b="1" dirty="0" smtClean="0"/>
              <a:t>&lt;HEAD&gt; &lt;/HEAD&gt; </a:t>
            </a:r>
            <a:r>
              <a:rPr lang="en-US" sz="1800" dirty="0" smtClean="0"/>
              <a:t>tags that are apart of your HTML document you've generated. </a:t>
            </a:r>
          </a:p>
          <a:p>
            <a:endParaRPr lang="en-US" sz="1800" dirty="0" smtClean="0"/>
          </a:p>
          <a:p>
            <a:r>
              <a:rPr lang="en-US" sz="1800" dirty="0" smtClean="0"/>
              <a:t>Their main purpose is to provide information to the browser, server,  and/or to search engines.</a:t>
            </a:r>
          </a:p>
          <a:p>
            <a:endParaRPr lang="en-US" sz="1800" dirty="0" smtClean="0"/>
          </a:p>
          <a:p>
            <a:r>
              <a:rPr lang="en-US" sz="1800" dirty="0" smtClean="0"/>
              <a:t>There are quite a few different types of meta tags, some are more useful then others.</a:t>
            </a:r>
          </a:p>
          <a:p>
            <a:pPr lvl="1"/>
            <a:r>
              <a:rPr lang="en-US" sz="1600" dirty="0" smtClean="0"/>
              <a:t>http://www.webmarketingnow.com/tips/meta-tags-uncovered.html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2400" cy="838200"/>
          </a:xfrm>
        </p:spPr>
        <p:txBody>
          <a:bodyPr/>
          <a:lstStyle/>
          <a:p>
            <a:r>
              <a:rPr lang="en-US" dirty="0" smtClean="0"/>
              <a:t>Description Meta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52800"/>
            <a:ext cx="7772400" cy="3109912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Meta Description tag is used to provide a brief summary(15-25 words) of your webpage to search engines, and is often used in a search engines result page.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This tag can be very important, because often a compelling description of your webpage could be the reason it is selected out of a list of other </a:t>
            </a:r>
            <a:r>
              <a:rPr lang="en-US" dirty="0" err="1" smtClean="0"/>
              <a:t>webpages</a:t>
            </a:r>
            <a:r>
              <a:rPr lang="en-US" dirty="0" smtClean="0"/>
              <a:t> on a search engine’s result page.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1500" y="2373868"/>
            <a:ext cx="790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Consolas" pitchFamily="49" charset="0"/>
              </a:rPr>
              <a:t>&lt;</a:t>
            </a:r>
            <a:r>
              <a:rPr lang="en-US" b="1" dirty="0" smtClean="0">
                <a:latin typeface="Consolas" pitchFamily="49" charset="0"/>
              </a:rPr>
              <a:t>meta name</a:t>
            </a:r>
            <a:r>
              <a:rPr lang="en-US" b="1" dirty="0" smtClean="0">
                <a:latin typeface="Consolas" pitchFamily="49" charset="0"/>
              </a:rPr>
              <a:t>="</a:t>
            </a:r>
            <a:r>
              <a:rPr lang="en-US" b="1" dirty="0" smtClean="0">
                <a:latin typeface="Consolas" pitchFamily="49" charset="0"/>
              </a:rPr>
              <a:t>description" </a:t>
            </a:r>
            <a:r>
              <a:rPr lang="en-US" b="1" dirty="0" smtClean="0">
                <a:latin typeface="Consolas" pitchFamily="49" charset="0"/>
              </a:rPr>
              <a:t>content="</a:t>
            </a:r>
            <a:r>
              <a:rPr lang="en-US" b="1" dirty="0" smtClean="0">
                <a:latin typeface="Consolas" pitchFamily="49" charset="0"/>
              </a:rPr>
              <a:t>Citrus fruit wholesaler."&gt;</a:t>
            </a:r>
            <a:endParaRPr lang="en-US" b="1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772400" cy="1362075"/>
          </a:xfrm>
        </p:spPr>
        <p:txBody>
          <a:bodyPr/>
          <a:lstStyle/>
          <a:p>
            <a:r>
              <a:rPr lang="en-US" dirty="0" smtClean="0"/>
              <a:t>Keyword Meta Tag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3109912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Meta Description tag is used to provide a list of relevant keywords to search engines to aid in the indexing process.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This tag is not as highly recommended or used as it once was.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Not all search engines use these tags in indexing anymore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Search engines will blacklist sites which abuse the tag, for example including keyword that aren’t relevant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Competitors can view your keywords easily and use them for their own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1500" y="2373868"/>
            <a:ext cx="714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latin typeface="Consolas" pitchFamily="49" charset="0"/>
              </a:rPr>
              <a:t>&lt;</a:t>
            </a:r>
            <a:r>
              <a:rPr lang="en-US" b="1" smtClean="0">
                <a:latin typeface="Consolas" pitchFamily="49" charset="0"/>
              </a:rPr>
              <a:t>meta name</a:t>
            </a:r>
            <a:r>
              <a:rPr lang="en-US" b="1" smtClean="0">
                <a:latin typeface="Consolas" pitchFamily="49" charset="0"/>
              </a:rPr>
              <a:t>="</a:t>
            </a:r>
            <a:r>
              <a:rPr lang="en-US" b="1" dirty="0" smtClean="0">
                <a:latin typeface="Consolas" pitchFamily="49" charset="0"/>
              </a:rPr>
              <a:t>keywords</a:t>
            </a:r>
            <a:r>
              <a:rPr lang="en-US" b="1" smtClean="0">
                <a:latin typeface="Consolas" pitchFamily="49" charset="0"/>
              </a:rPr>
              <a:t>" </a:t>
            </a:r>
            <a:r>
              <a:rPr lang="en-US" b="1" smtClean="0">
                <a:latin typeface="Consolas" pitchFamily="49" charset="0"/>
              </a:rPr>
              <a:t>content</a:t>
            </a:r>
            <a:r>
              <a:rPr lang="en-US" b="1" smtClean="0">
                <a:latin typeface="Consolas" pitchFamily="49" charset="0"/>
              </a:rPr>
              <a:t>="</a:t>
            </a:r>
            <a:r>
              <a:rPr lang="en-US" b="1" dirty="0" smtClean="0">
                <a:latin typeface="Consolas" pitchFamily="49" charset="0"/>
              </a:rPr>
              <a:t>oranges, lemons, limes"&gt;</a:t>
            </a:r>
            <a:endParaRPr lang="en-US" b="1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362075"/>
          </a:xfrm>
        </p:spPr>
        <p:txBody>
          <a:bodyPr>
            <a:normAutofit/>
          </a:bodyPr>
          <a:lstStyle/>
          <a:p>
            <a:r>
              <a:rPr lang="en-US" dirty="0" smtClean="0"/>
              <a:t>Implementing the Tags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22313" y="1981200"/>
            <a:ext cx="7772400" cy="1509712"/>
          </a:xfrm>
        </p:spPr>
        <p:txBody>
          <a:bodyPr>
            <a:normAutofit/>
          </a:bodyPr>
          <a:lstStyle/>
          <a:p>
            <a:r>
              <a:rPr lang="en-US" sz="1800" dirty="0" smtClean="0"/>
              <a:t>These tags are very simple to implement, you just insert them within the &lt;head&gt;&lt;/head&gt; tags.</a:t>
            </a:r>
            <a:endParaRPr lang="en-US" sz="1800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type="pic" idx="4294967295"/>
          </p:nvPr>
        </p:nvPicPr>
        <p:blipFill>
          <a:blip r:embed="rId2" cstate="print"/>
          <a:srcRect l="14286" t="15047" b="38287"/>
          <a:stretch>
            <a:fillRect/>
          </a:stretch>
        </p:blipFill>
        <p:spPr bwMode="auto">
          <a:xfrm>
            <a:off x="0" y="3124200"/>
            <a:ext cx="9144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62000" y="4800600"/>
            <a:ext cx="7620000" cy="9144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39</TotalTime>
  <Words>280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Urban</vt:lpstr>
      <vt:lpstr>Meta Tags</vt:lpstr>
      <vt:lpstr>What are Meta Tags?</vt:lpstr>
      <vt:lpstr>Description Meta Tag</vt:lpstr>
      <vt:lpstr>Keyword Meta Tag</vt:lpstr>
      <vt:lpstr>Implementing the Tags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 Tags</dc:title>
  <dc:creator>Cory K Fugate</dc:creator>
  <cp:lastModifiedBy>Cory K Fugate</cp:lastModifiedBy>
  <cp:revision>6</cp:revision>
  <dcterms:created xsi:type="dcterms:W3CDTF">2010-02-03T20:00:16Z</dcterms:created>
  <dcterms:modified xsi:type="dcterms:W3CDTF">2010-02-03T21:33:19Z</dcterms:modified>
</cp:coreProperties>
</file>